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1A1206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05840"/>
            <a:ext cx="4114800" cy="4114800"/>
          </a:xfrm>
          <a:prstGeom prst="ellipse">
            <a:avLst/>
          </a:prstGeom>
          <a:solidFill>
            <a:srgbClr val="FF6B0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57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6B00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22384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11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Evangelist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6868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Evangelism App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Equip, encourage, and mobilize Christians around the world to share the Gospel — through technology.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&amp; Recruiting Brief  ·  V1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Christians want to share their faith — but few do it consistently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844" y="26393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inconsistent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Evangelism is sporadic and easily forgotten. There is no system that builds it into a daily habit.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16552" y="21945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5146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316" y="263932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 is hard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36592" y="37947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meet new believers but lose touch. The first, fragile steps of faith go untended.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93024" y="21945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13064" y="25146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788" y="263932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 is invisible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13064" y="37947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see outreach, stay accountable, or feel the momentum of progress.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Evangelist turns evangelism from an occasional event into a sustained, supported, daily practice.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7315200" cy="7315200"/>
          </a:xfrm>
          <a:prstGeom prst="ellipse">
            <a:avLst/>
          </a:prstGeom>
          <a:solidFill>
            <a:srgbClr val="120D0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become the world's leading platform for encouraging Christians to 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actively share the Gospel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track outreach, follow up with new believers, and connect them to local churches.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help fulfil the Great Commission by making evangelism visible, consistent, and sustainable.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sharing the Gospel a daily habit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16552" y="42976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872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90872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worldwide community of evangelists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93024" y="42976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7344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67344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follow up, and connect — not just talk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evangelism platform — not another church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3520440"/>
          </a:xfrm>
          <a:prstGeom prst="roundRect">
            <a:avLst>
              <a:gd name="adj" fmla="val 311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Bible app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church management platform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devotional app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social network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240280"/>
            <a:ext cx="5257800" cy="3520440"/>
          </a:xfrm>
          <a:prstGeom prst="roundRect">
            <a:avLst>
              <a:gd name="adj" fmla="val 3117"/>
            </a:avLst>
          </a:prstGeom>
          <a:solidFill>
            <a:srgbClr val="1411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2240280"/>
            <a:ext cx="5257800" cy="3520440"/>
          </a:xfrm>
          <a:prstGeom prst="roundRect">
            <a:avLst>
              <a:gd name="adj" fmla="val 3117"/>
            </a:avLst>
          </a:prstGeom>
          <a:solidFill>
            <a:srgbClr val="14110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3017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evangelism platform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motivation system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outreach tracker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assistant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of evangelists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answers one question:  “Will this help more people share the Gospel?”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modules, one purpose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871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59781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impact metrics, weekly missions, and daily encouragement to keep evangelists inspired.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194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4871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259781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108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evangelism CRM to manage contacts and follow-up timelines.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194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4871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682" y="259781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21040" y="3108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evangelists, start an outreach session, and find nearby churches and events.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491740" y="4160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66060" y="4453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702" y="456377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06140" y="4453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766060" y="50749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Testimonies and salvation stories — encouragement without leaderboards or vanity metrics.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195060" y="4160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69380" y="4453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2" y="456377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09460" y="4453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469380" y="50749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growth, impact statistics, and achievement badges.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0"/>
            <a:ext cx="7315200" cy="7315200"/>
          </a:xfrm>
          <a:prstGeom prst="ellipse">
            <a:avLst/>
          </a:prstGeom>
          <a:solidFill>
            <a:srgbClr val="1A12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number that matters: Active Evangelists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846320" cy="3383280"/>
          </a:xfrm>
          <a:prstGeom prst="roundRect">
            <a:avLst>
              <a:gd name="adj" fmla="val 3243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Evangelists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who has shared the Gospel within the last 7 days.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this number, and the mission grows with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286000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53328" y="240487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982" y="2517526"/>
            <a:ext cx="286756" cy="2867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0" y="22860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Gospel Conversations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52160" y="3172968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53328" y="32918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982" y="3404494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66560" y="317296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Salvations Recorded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852160" y="4059936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53328" y="417880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82" y="4291462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405993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Completed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52160" y="4946904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53328" y="506577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982" y="5178430"/>
            <a:ext cx="286756" cy="2867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66560" y="494690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Connections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global audience of believers ready to share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459" y="2757099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402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Street evangelists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43400" y="2240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36008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79" y="2757099"/>
            <a:ext cx="337962" cy="337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22402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members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46720" y="2240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39328" y="26243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099" y="2757099"/>
            <a:ext cx="337962" cy="337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0" y="22402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 groups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32688" y="42245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459" y="4357299"/>
            <a:ext cx="337962" cy="3379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38404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Missionaries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343400" y="3840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36008" y="42245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779" y="4357299"/>
            <a:ext cx="337962" cy="3379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0680" y="38404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evangelists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046720" y="3840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39328" y="42245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099" y="4357299"/>
            <a:ext cx="337962" cy="3379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0" y="38404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Pastors &amp; churches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evangelists, church members, and missionaries — so nothing stands between a believer and the mission.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Habit, help, and heart — built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697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8382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963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Streaks &amp; milestones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99008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that rewards consistency, never competition. No leaderboards, no rankings.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2402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697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26" y="283829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4963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follow-up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06640" y="299008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1, 3, 7, 14, 30 sequences so new believers are never forgotten.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480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462137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79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assistance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477316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follow-up messages and fresh daily Scripture &amp; encouragement.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480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26" y="462137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app, both platforms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406640" y="477316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codebase ships to iPhone and Android from day 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for evangelists. Churches fund the mission.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members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Missionaries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1411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43400" y="228600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14110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profiles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474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placement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promotion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promotion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31089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sponsorships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partnerships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church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focused path from idea to launch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246120"/>
            <a:ext cx="9966960" cy="0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35808"/>
            <a:ext cx="420624" cy="420624"/>
          </a:xfrm>
          <a:prstGeom prst="ellipse">
            <a:avLst/>
          </a:prstGeom>
          <a:solidFill>
            <a:srgbClr val="FF6B00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6118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MVP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outreach logging &amp; People CRM — prove the daily loop.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0" y="3035808"/>
            <a:ext cx="420624" cy="42062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36118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4663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follow-ups, AI messages, achievements &amp; community feed.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3035808"/>
            <a:ext cx="420624" cy="42062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6118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663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live evangelists, and the church directory.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09760" y="3035808"/>
            <a:ext cx="420624" cy="420624"/>
          </a:xfrm>
          <a:prstGeom prst="ellipse">
            <a:avLst/>
          </a:prstGeom>
          <a:solidFill>
            <a:srgbClr val="1F1F1F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6118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544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4663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Monetization, partnerships, and global scale.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Flutter + Firebase — a stack a single developer can ship and scale.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926080"/>
            <a:ext cx="8229600" cy="8229600"/>
          </a:xfrm>
          <a:prstGeom prst="ellipse">
            <a:avLst/>
          </a:prstGeom>
          <a:solidFill>
            <a:srgbClr val="1A120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389120" cy="4389120"/>
          </a:xfrm>
          <a:prstGeom prst="ellipse">
            <a:avLst/>
          </a:prstGeom>
          <a:solidFill>
            <a:srgbClr val="FF6B0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887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6B00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3496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build the movement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154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Evangelist is ready to be built. The vision and design are done — now it needs a builder.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39776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94" y="4090294"/>
            <a:ext cx="286756" cy="286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977640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Flutter (or React Native) developer to build the MVP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" y="469087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" y="4803526"/>
            <a:ext cx="286756" cy="286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6908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Evangelists &amp; churches to test and shape it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77240" y="540410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94" y="5516758"/>
            <a:ext cx="286756" cy="2867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5404104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who believe in reaching people with the Gospel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772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 into all the world and preach the gospel to all creation.”  — Mark 16:15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Evangelist — Evangelism App Pitch</dc:title>
  <dc:subject>PptxGenJS Presentation</dc:subject>
  <dc:creator>The Evangelist</dc:creator>
  <cp:lastModifiedBy>The Evangelist</cp:lastModifiedBy>
  <cp:revision>1</cp:revision>
  <dcterms:created xsi:type="dcterms:W3CDTF">2026-06-16T16:14:18Z</dcterms:created>
  <dcterms:modified xsi:type="dcterms:W3CDTF">2026-06-16T16:14:18Z</dcterms:modified>
</cp:coreProperties>
</file>